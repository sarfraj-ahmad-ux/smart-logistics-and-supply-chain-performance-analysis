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unces ExtraBold"/>
      <p:regular r:id="rId201314"/>
    </p:embeddedFont>
    <p:embeddedFont>
      <p:font typeface="Nobile"/>
      <p:regular r:id="rId201315"/>
    </p:embeddedFont>
    <p:embeddedFont>
      <p:font typeface="Nobile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6.png"/><Relationship Id="rId9" Type="http://schemas.openxmlformats.org/officeDocument/2006/relationships/image" Target="../media/image-4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9552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Smart Logistics &amp; Supply Chain Performance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6029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End-to-end analytical pipeline — Python · MySQL · Power BI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275336"/>
            <a:ext cx="1496479" cy="287139"/>
          </a:xfrm>
          <a:prstGeom prst="roundRect">
            <a:avLst>
              <a:gd name="adj" fmla="val 47396"/>
            </a:avLst>
          </a:prstGeom>
          <a:solidFill>
            <a:srgbClr val="DDEEE0"/>
          </a:solidFill>
          <a:ln/>
        </p:spPr>
      </p:sp>
      <p:sp>
        <p:nvSpPr>
          <p:cNvPr id="7" name="Text 4"/>
          <p:cNvSpPr/>
          <p:nvPr/>
        </p:nvSpPr>
        <p:spPr>
          <a:xfrm>
            <a:off x="5346765" y="4331990"/>
            <a:ext cx="18792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PROJECT REPORT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334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Executive Summary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3201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1,000 logistics records analyzed across 10 trucks — asset utilization, inventory levels, and delay patterns.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741513"/>
            <a:ext cx="3465426" cy="50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1,000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61475" y="347860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Records Analyzed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363135" y="2741513"/>
            <a:ext cx="3465426" cy="50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10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4363135" y="347860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Trucks Tracked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064794" y="2741513"/>
            <a:ext cx="3465426" cy="50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56.6%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064794" y="347860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Delay Rate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064794" y="388729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434 on-time deliveries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662190"/>
            <a:ext cx="3465426" cy="50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79.6%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61475" y="539928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Avg Asset Utilization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4363135" y="4662190"/>
            <a:ext cx="3465426" cy="50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298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4363135" y="539928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Avg Inventory Units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064794" y="4662190"/>
            <a:ext cx="3465426" cy="500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199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8064794" y="539928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Avg Demand Forecast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97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Pipeline Architecture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72164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Power BI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Queries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Clean Data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Load CSV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80261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Raw CSV → Python/Pandas → MySQL → Interactive Power BI Dashboard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4782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Cleaning &amp; Enrichment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12591"/>
            <a:ext cx="3053877" cy="17638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2527002"/>
            <a:ext cx="2523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2935684"/>
            <a:ext cx="2523467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263 nulls in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logistics_delay_reason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filled with mode value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4359" y="2312591"/>
            <a:ext cx="3053976" cy="17638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20362" y="2527002"/>
            <a:ext cx="25235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Standardization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4220362" y="2935684"/>
            <a:ext cx="2523566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Headers converted to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lower_snake_case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for clean SQL queries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265414"/>
            <a:ext cx="3053877" cy="17447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7479" y="4479826"/>
            <a:ext cx="2523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Utilization Categories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977479" y="5183783"/>
            <a:ext cx="2523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Low (60–70%), Medium (71–85%), High (86–100%)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4359" y="4265414"/>
            <a:ext cx="3053976" cy="174476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220362" y="4479826"/>
            <a:ext cx="25235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Time Extraction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4220362" y="4888508"/>
            <a:ext cx="25235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Month, week, day, hour, day_of_week derived from timestamp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43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Fleet Asset Utilization Ranking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431058"/>
            <a:ext cx="5203794" cy="23975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40744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Top Performers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891730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Truck 7 leads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80.67%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utilization with 29,602 units handled.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68558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Delay Rates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4169866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Truck 10 has the highest delay rate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64.76%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; Truck 5 the lowest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49.46%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07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Inventory Level Distribution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24211"/>
            <a:ext cx="4465526" cy="44656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9105" y="2703909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Stockout Risk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29105" y="3177778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Critical instances identified where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inventory fell below demand forecast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29105" y="3974306"/>
            <a:ext cx="5207465" cy="1013023"/>
          </a:xfrm>
          <a:prstGeom prst="roundRect">
            <a:avLst>
              <a:gd name="adj" fmla="val 16531"/>
            </a:avLst>
          </a:prstGeom>
          <a:solidFill>
            <a:srgbClr val="DDEE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35" y="4237930"/>
            <a:ext cx="232563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33729" y="4185543"/>
            <a:ext cx="441681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Medium inventory tier has the highest delay rate at 58.44%.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5705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Temporal Bottlenecks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531170"/>
            <a:ext cx="3053877" cy="1391543"/>
          </a:xfrm>
          <a:prstGeom prst="roundRect">
            <a:avLst>
              <a:gd name="adj" fmla="val 12225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5422367" y="2720181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Peak Month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2367" y="3128863"/>
            <a:ext cx="2675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July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54 total delays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531170"/>
            <a:ext cx="3053976" cy="1391543"/>
          </a:xfrm>
          <a:prstGeom prst="roundRect">
            <a:avLst>
              <a:gd name="adj" fmla="val 12225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8665251" y="2720181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📆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Peak Day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65251" y="3128863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Tuesday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65% avg delay rate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111724"/>
            <a:ext cx="6296860" cy="1089124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5422367" y="4300736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⏰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Peak Hours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2367" y="4709418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12 PM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(33),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8 AM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(32),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10 AM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(31)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30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Delay Patterns at a Glance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99804"/>
            <a:ext cx="5203794" cy="24600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37619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Morning Rush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86047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Delays cluster between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8 AM – 12 PM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with 12 PM peaking at 33 incidents.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65432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Weekly Pattern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4138612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Tuesdays show the worst performance — avoid scheduling critical shipments on this day.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8F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5976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Recommendations: Fleet &amp; Inventory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624534"/>
            <a:ext cx="6296860" cy="1442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4994" y="316845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03795" y="2838946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Service High-Stress Trucks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03795" y="3247628"/>
            <a:ext cx="51120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Truck 3, 7 &amp; 8 — over 80% utilization, &gt;56% delays.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Re-route to lighter routes.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255889"/>
            <a:ext cx="6296860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94994" y="479980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203795" y="4470301"/>
            <a:ext cx="51120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Dynamic Inventory Buffers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03795" y="4878983"/>
            <a:ext cx="51120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Auto-raise reorder points when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forecasted demand exceeds inventory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to prevent stockouts.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547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Recommendations: Scheduling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27684"/>
            <a:ext cx="4458581" cy="44586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9105" y="2710160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Block Rush Hours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29105" y="3184029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Hold non-urgent shipments during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8 AM – 12 PM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all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Tuesdays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29105" y="3957737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Shift Deliveries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29105" y="4431605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Move to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afternoons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or later in the week to reduce delay exposure.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2026-09-21T05:12:25Z</dcterms:created>
  <dcterms:modified xsi:type="dcterms:W3CDTF">2026-09-21T05:12:25Z</dcterms:modified>
</cp:coreProperties>
</file>